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DMV THROWERS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YO-YO &amp; SKILL TOY CLUB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3657600" cy="22860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Yo-Yo Trick Reference Guide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these slides home. Practice at your own pace. Help each other at meetups.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  ·  @dmv_throwers  ·  DC · MD · 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slides are your at-home reference for yo-yo tricks and how they connect.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are organized by progression — beginner to expert. Each section builds on the last.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— Responsive yo-yo, 16 foundational tricks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Responsive or unresponsive, mount-based tricks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— Unresponsive required, must know how to bind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around. The earlier tricks build the muscle memory and timing you'll need later.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GUIDELINES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65176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95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others plenty of room — check your throw radius before every toss.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swinging toward other people.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space is too crowded for a trick, wait or step out.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65176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95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261872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borrowed club equipment carefully.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damaged gear to an organizer.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keep the venue clean before and after.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651760" cy="411480"/>
          </a:xfrm>
          <a:prstGeom prst="rect">
            <a:avLst/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795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261872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here to throw, connect, and grow.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newer throwers when you can — you were there once.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skill levels are equal here. Everyone is still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accidents happen — that's part of learning. Here's how to keep everyone safe.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throw: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— make sure no one is within your swing radius.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string — frayed or knotted strings break unexpectedly.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slipknot is seated properly between the knuckles.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toward another person.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in wide arcs in a crowded area.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yo-yo with damaged string — replace it first.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UP YOUR YO-YO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On the String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Untwist the bottom of the string to open the loop.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loop over the yo-yo axle — it should sit loosely so the yo-yo spins freely.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slipknot on the other end and place it on your middle finger between the first and second knuckle.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429000"/>
            <a:ext cx="402336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56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Only Wrong Way to Yo-Yo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858768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wearing the string correctly. The loop must go around your finger — not your whole hand.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777240"/>
            <a:ext cx="36576" cy="39319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772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Winding Up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170432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yo-yo: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string around axle several times, winding evenly back to the top.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Quick-wind tip: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yo-yo still and use your thumb to push string into the gap to create initial grip, then wind normally.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check: 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should feed off the top of the yo-yo for a clean sleeper throw. If it's on the bottom, flip the yo-yo.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VS. UNRESPONSIVE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4023360" cy="385876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hand with a tug.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learn beginner tricks.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forgiving throws.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return technique needed.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all 16 beginner tricks.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777240"/>
            <a:ext cx="4023360" cy="385876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return with a tug — free-spins.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spin times for complex tricks.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bind to return.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expert-level tricks.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most expert tricks.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 TRICK? WHAT'S A COMBO?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841248"/>
            <a:ext cx="6400800" cy="14173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877824"/>
            <a:ext cx="621792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trick = </a:t>
            </a:r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with the yo-yo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Get it back to your hand → Be able to repeat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YOU can make up tricks — there is no wrong way to throw, as long as you're safe.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3931920" cy="1554480"/>
          </a:xfrm>
          <a:prstGeom prst="rect">
            <a:avLst/>
          </a:prstGeom>
          <a:solidFill>
            <a:srgbClr val="E8E0D0"/>
          </a:solidFill>
          <a:ln w="12700">
            <a:solidFill>
              <a:srgbClr val="CCC0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combo is multiple tricks chained in a single throw. Competitive freestyle routines are built from combos.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999232"/>
            <a:ext cx="3931920" cy="1554480"/>
          </a:xfrm>
          <a:prstGeom prst="rect">
            <a:avLst/>
          </a:prstGeom>
          <a:solidFill>
            <a:srgbClr val="E8E0D0"/>
          </a:solidFill>
          <a:ln w="12700">
            <a:solidFill>
              <a:srgbClr val="CCC0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999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3832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mount is a stable string position the yo-yo lands in. Most tricks start from a specific mount.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Tricks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responsive yo-yo tricks in order of progression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TRICKS — COMPLETE LIST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39319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Slipknot / Wind Up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Dribble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Sleeper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Walk the Dog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Elevator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Forward Pass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Jamaican Flag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Rock the Baby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0" y="841248"/>
            <a:ext cx="32004" cy="3886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41248"/>
            <a:ext cx="40690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 Eiffel Tower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Around the World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Flip Flop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Breakaway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Trapeze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Sidewinder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UFO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Stop and Go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TIPS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95528"/>
            <a:ext cx="8503920" cy="8412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responsive yo-yo for all 16 beginner tricks — it makes learning faster.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responsive?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yo-yo returns with a tug, so you can focus on the trick movements rather than binding technique.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Sidewinder, UFO, and Stop and Go: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tricks adjust or require specific string tension. Watch a string tension tutorial first (see Slide 11).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Trapeze and Breakaway solid: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intermediate and expert trick builds on these two. Don't rush past them.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TENSION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string tension tutorial before attempting: Sidewinder, UFO, or DNA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string tension?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causes the string to twist up or loosen over time. Too tight and it coils into knots. Too loose and tricks become sloppy.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tight:</a:t>
            </a:r>
            <a:endParaRPr lang="en-US" sz="1500" dirty="0"/>
          </a:p>
          <a:p>
            <a:pPr lvl="1" marL="6858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coils and causes knots mid-trick. Your throw feels unclean.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loose:</a:t>
            </a:r>
            <a:endParaRPr lang="en-US" sz="1500" dirty="0"/>
          </a:p>
          <a:p>
            <a:pPr lvl="1" marL="6858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form unevenly, making string landings inconsistent.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Sidewinder and UFO are tricks specifically designed to correct string tension — that is their primary purpose.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BINDS — RETURNING AN UNRESPONSIVE YO-YO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82296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yo-yo does not return with a tug, you need to bind.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bind forces extra string into the gap so the response pads can grip and return the yo-yo.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Side-style bind: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after Trapeze and side-style tricks. Push string into the gap from the side.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Front-style bind: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after front-mount tricks like Brain Twister. Loop string in from the front.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comfortable with both binds before moving into expert tricks.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 Tricks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Trapeze family · Front mount · Double or Nothing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TRAPEZE &amp; TRAPEZE BROTHER FAMILY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Strong Breakaway + Around the World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8321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SIDE-STYLE BIND / TRAPEZE BROTHER MOUNT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 Hops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65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the yo-yo up and down on the trapeze string repeatedly.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877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the Gerbil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yo-yo along the string back and forth in a continuous motion.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4787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Brother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7856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Trapeze brother mount variation — involves a two-finger string split.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2763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27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Pinwheels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865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the yo-yo in full circles over the non-throw hand.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8775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5877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Triangle (GT)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8254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move — whip string to create a triangular formation, then exit cleanly.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54787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5478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Triangle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7856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GT and Beef Brother. Form the triangle from a trapeze brother mount.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MOUNT &amp; SPLIT BOTTOM MOUNT FAMILY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Strong straight-down sleeper throw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8321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MOUNT  →  SPLIT BOTTOM MOUNT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64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Twister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yo-yo around your finger in both directions from the front mount.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Barrel Rolls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yo-yo back and forth along the string in a split bottom mount.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80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Two-handed circular motion spinning around the split bottom mount.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Zipper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877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Up-and-down popping motion from a front mount — clean and rhythmic.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Atom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5354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front mount combo that splits and reforms the string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OR NOTHING &amp; HOUDINI MOUNT FAMILY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Solid Breakaway + Trapeze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8321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OR NOTHING / HOUDINI MOUNT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64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string over both hands while the yo-yo swings — creates a looping pattern.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Fusion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mount sequence with a sleeper-style bind exit.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80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Hops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the yo-yo across the string segments in the double-or-nothing configuration.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Gyroscopic Flop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877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both string ends — the yo-yo spins and flips on its own axis. Very visual.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Gondola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5354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and cradle the yo-yo in the string from a double-or-nothing mount.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Tricks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Unresponsive yo-yo required — must know how to bind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MOUNT &amp; TRIPLE OR NOTHING FAMILY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50 strings (color of your choice, or 10 black) by demoing these tricks at club.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MOUNT / SUB MOUNT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Buddha's Revenge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motion from 1.5 mount — swings the yo-yo around repeatedly.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054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Kwyjibo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Cross-arm hop sequence from the 1.5 mount. One of the most recognizable intermediate tricks.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381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Bouncy Triangle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into a green triangle slack from the 1.5 mount.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OR NOTHING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57276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cleanly through triple or nothing back to hand.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505456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054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743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the yo-yo between string segments in the triple-or-nothing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SPLIT BOTTOM TRICKS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BOTTOM MOUNT — EXPERT LEVEL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N Fresh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5179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yo-yo off the string and reland it — requires precise split bottom control.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Boingy Boing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408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yo-yo bounces back and forth between string segments in a wave motion. Very visual.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Seasick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63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Side-to-side rocking motion using the split bottom mount strings.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Combo Breaker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867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3-4 move combo that transitions through multiple string positions in sequence.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 tricks use slack string to catch the yo-yo mid-air — no mount needed to start.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914400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70432"/>
            <a:ext cx="109728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16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Whip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 the slack string toward the yo-yo gap and catch it. The classic entry-level whip.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313432"/>
            <a:ext cx="8503920" cy="914400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13432"/>
            <a:ext cx="109728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59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Whip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679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 the string directly into the gap with an upward motion — opposite direction from Jade Whip.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8503920" cy="914400"/>
          </a:xfrm>
          <a:prstGeom prst="rect">
            <a:avLst/>
          </a:prstGeom>
          <a:solidFill>
            <a:srgbClr val="E8E0D0"/>
          </a:solidFill>
          <a:ln w="12700">
            <a:solidFill>
              <a:srgbClr val="D0C8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456432"/>
            <a:ext cx="109728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02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Trapeze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822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string go slack and whip it into a trapeze-style landing. No initial mount needed.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&amp; Advanced Tricks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slacks, and the hardest tricks in the book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 &amp; ADVANCED SLACK TRICKS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land any of these, you're cooking.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444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 the string in a hook motion to catch the yo-yo in a GT-like formation.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Reverse Hook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from the opposite direction for a different catch angle.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Stole  ★ VERY HARD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3218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slack — precisely route the string to steal it into a new formation.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831336"/>
            <a:ext cx="45720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831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Vanish  ★ VERY HARD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105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appears to vanish and reappear as the yo-yo lands.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170432"/>
            <a:ext cx="45720" cy="7132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Rancid Milk  ★ VERY HARD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1444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slack entry with multiple string layers. One of the hardest beginner-advanced tricks.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45720" cy="7132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Drop (ShockWave)  ★ VERY HARD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slack drop to a specific string — foundation of many modern combos.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44368"/>
            <a:ext cx="45720" cy="7132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Kamikaze  ★ VERY HARD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218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freestyle combo from a breakaway through multiple string formations.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PICTURE TRICKS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tricks form recognizable shapes in the string — great for demos and crowd appeal.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70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Slingshot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408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formation — foundation for more complex shapes.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83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121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looping string formation hanging from the yo-yo.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96896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96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circular formation — land cleanly in the center.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the Baby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547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Classic! Cradle shape — swing the yo-yo like a baby in a hammock.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23360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Crazy Baby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261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Rock the Baby with extra string loops inside the cradle.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170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Eiffel Tower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1408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Two-handed string tower — hold string ends apart to reveal the shape.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883664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1883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YO! Eiffel Tower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2121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Eiffel Tower with verbal delivery — popular for demos.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96896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596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Jamaican Flag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Wide, flat diamond formation — classic flag string trick.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310128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One-Handed Star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3547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shape using one hand and string tension.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4572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4023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Houdini Star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4261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from a Houdini mount — different string path from the one-handed version.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Gear &amp; Resources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buy, what to avoid, where to keep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THROWERS  ·  @DMV_THROWERS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YO-YOS TO APPROACH WITH CAUTION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necessarily bad — they just make learning harder. If you master them, you'll have great technique. But they'll limit your trick range.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0E8DC"/>
          </a:solidFill>
          <a:ln w="12700">
            <a:solidFill>
              <a:srgbClr val="D8C8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9888"/>
            <a:ext cx="109728" cy="658368"/>
          </a:xfrm>
          <a:prstGeom prst="rect">
            <a:avLst/>
          </a:prstGeom>
          <a:solidFill>
            <a:srgbClr val="C8A87A"/>
          </a:solidFill>
          <a:ln w="12700">
            <a:solidFill>
              <a:srgbClr val="C8A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264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store yo-yos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7099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build quality, weak bearings, and poor response. Not worth the hassle.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658368"/>
          </a:xfrm>
          <a:prstGeom prst="rect">
            <a:avLst/>
          </a:prstGeom>
          <a:solidFill>
            <a:srgbClr val="F0E8DC"/>
          </a:solidFill>
          <a:ln w="12700">
            <a:solidFill>
              <a:srgbClr val="D8C8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94560"/>
            <a:ext cx="109728" cy="658368"/>
          </a:xfrm>
          <a:prstGeom prst="rect">
            <a:avLst/>
          </a:prstGeom>
          <a:solidFill>
            <a:srgbClr val="C8A87A"/>
          </a:solidFill>
          <a:ln w="12700">
            <a:solidFill>
              <a:srgbClr val="C8A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3113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big-box store yo-yos (~$3-4)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options feel frustrating to use and limit what you can learn.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8503920" cy="658368"/>
          </a:xfrm>
          <a:prstGeom prst="rect">
            <a:avLst/>
          </a:prstGeom>
          <a:solidFill>
            <a:srgbClr val="F0E8DC"/>
          </a:solidFill>
          <a:ln w="12700">
            <a:solidFill>
              <a:srgbClr val="D8C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99232"/>
            <a:ext cx="109728" cy="658368"/>
          </a:xfrm>
          <a:prstGeom prst="rect">
            <a:avLst/>
          </a:prstGeom>
          <a:solidFill>
            <a:srgbClr val="C8A87A"/>
          </a:solidFill>
          <a:ln w="12700">
            <a:solidFill>
              <a:srgbClr val="C8A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Duncan Imperial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3192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gap makes string tricks very difficult. Better for 2A looping once advanced.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658368"/>
          </a:xfrm>
          <a:prstGeom prst="rect">
            <a:avLst/>
          </a:prstGeom>
          <a:solidFill>
            <a:srgbClr val="F0E8DC"/>
          </a:solidFill>
          <a:ln w="12700">
            <a:solidFill>
              <a:srgbClr val="D8C8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658368"/>
          </a:xfrm>
          <a:prstGeom prst="rect">
            <a:avLst/>
          </a:prstGeom>
          <a:solidFill>
            <a:srgbClr val="C8A87A"/>
          </a:solidFill>
          <a:ln w="12700">
            <a:solidFill>
              <a:srgbClr val="C8A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Duncan Butterfly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1239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better than the Imperial, but still limiting for 1A string tricks.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YO-YOS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options at every budget — available locally or online: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06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 (~$5)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YoYoFactory Whip — ~$5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Lobby (call ahead). Best bang-for-buck beginner responsive yo-yo.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414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Duncan Butterfly XT — ~$5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(call ahead). Good for string tricks, responsive, affordable.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078992"/>
            <a:ext cx="402336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06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 ($15-20)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Yoyo K1 — ~$15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810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 Clean plastic responsive — great first yo-yo.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44144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414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Yoyo K2 Crystal — ~$15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26791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 Includes unresponsive bearing so you can grow into it.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3310128"/>
            <a:ext cx="54864" cy="5303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101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YoYoFactory Arrow — ~$17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478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 Step up from the Whip — smooth and solid.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224528"/>
            <a:ext cx="8503920" cy="457200"/>
          </a:xfrm>
          <a:prstGeom prst="rect">
            <a:avLst/>
          </a:prstGeom>
          <a:solidFill>
            <a:srgbClr val="E8E0D0"/>
          </a:solidFill>
          <a:ln w="12700">
            <a:solidFill>
              <a:srgbClr val="CCC0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0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Kits: Yoyo Master Pack ($40) · Beginner to Pro Pack ($40) · Magic Yoyo Kit ($25) — great bundles if you want to try both responsive and unresponsive.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LEARN MORE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@DMV_THROWERS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257800" y="48966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2651760" cy="32918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YoTricks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@yotricks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2377440" cy="20117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structured beginner-to-expert tutorial library. Covers every trick in this guide.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777240"/>
            <a:ext cx="2651760" cy="32918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77724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Addicts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@SkillAddicts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1664208"/>
            <a:ext cx="2377440" cy="20117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3736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Yo-yo, kendama, spin top, and more. Great video quality and broad skill toy coverage.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777240"/>
            <a:ext cx="2651760" cy="32918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777240"/>
            <a:ext cx="2651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914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OFFSET Yoyo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13533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@OFFSEToyo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664208"/>
            <a:ext cx="2377440" cy="20117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737360"/>
            <a:ext cx="2377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intermediate and expert tutorials. Referenced throughout this guide.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24528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VSYC-26 — Virginia State Yo-Yo Contest 2026 is coming to the DMV! Follow @dmv_throwers for updates.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DMV THROWERS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YO-YO &amp; SKILL TOY CLUB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at the next meetup!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3rd Sunday  ·  1–4 PM  ·  Arlington Central Library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1015 N Quincy St  ·  Arlington, VA 22201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ATTEND  ·  ALL AGES  ·  ALL SKILL LEVELS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dmvthrowers.club  ·  @dmv_throwers  ·  linktr.ee/dmvthrowers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DMV Throwers Yo-Yo Trick Reference Guide</dc:title>
  <dc:subject>PptxGenJS Presentation</dc:subject>
  <dc:creator>DMV Throwers Yo-Yo &amp; Skill Toy Club</dc:creator>
  <cp:lastModifiedBy>DMV Throwers Yo-Yo &amp; Skill Toy Club</cp:lastModifiedBy>
  <cp:revision>1</cp:revision>
  <dcterms:created xsi:type="dcterms:W3CDTF">2026-03-23T14:10:45Z</dcterms:created>
  <dcterms:modified xsi:type="dcterms:W3CDTF">2026-03-23T14:10:45Z</dcterms:modified>
</cp:coreProperties>
</file>