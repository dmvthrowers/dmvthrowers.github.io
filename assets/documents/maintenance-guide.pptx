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DMV THROWERS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YO-YO &amp; SKILL TOY CLUB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3657600" cy="22860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Yo-Yo Maintenance Guide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yo-yo isn't working right, use this guide first.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  ·  @dmv_throwers  ·  DC · MD · 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95528"/>
            <a:ext cx="160020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955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/ unresponsive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581912"/>
            <a:ext cx="45720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934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pad came 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1600200" cy="237744"/>
          </a:xfrm>
          <a:prstGeom prst="rect">
            <a:avLst/>
          </a:prstGeom>
          <a:solidFill>
            <a:srgbClr val="E0D8CC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15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889504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with a Q-tip, then replace pad. Available at club, Amazon, or YoYoExpert.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93392" y="795528"/>
            <a:ext cx="160020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48256" y="7955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/ unresponsive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93392" y="13533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1581912"/>
            <a:ext cx="45720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160934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needs lubrication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2606040"/>
            <a:ext cx="1600200" cy="237744"/>
          </a:xfrm>
          <a:prstGeom prst="rect">
            <a:avLst/>
          </a:prstGeom>
          <a:solidFill>
            <a:srgbClr val="E0D8CC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615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93392" y="2889504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thick yo-yo lube (best), chapstick without water, or a small drop of cooking oil.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12464" y="795528"/>
            <a:ext cx="16002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7955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sleep (spin)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12464" y="13533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79392" y="1581912"/>
            <a:ext cx="45720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60934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improperly installed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12464" y="2606040"/>
            <a:ext cx="1600200" cy="237744"/>
          </a:xfrm>
          <a:prstGeom prst="rect">
            <a:avLst/>
          </a:prstGeom>
          <a:solidFill>
            <a:srgbClr val="E0D8CC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2615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12464" y="2889504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bearing, clean it, re-install string correctly.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31536" y="795528"/>
            <a:ext cx="1600200" cy="502920"/>
          </a:xfrm>
          <a:prstGeom prst="rect">
            <a:avLst/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7955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screw together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31536" y="13533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98464" y="1581912"/>
            <a:ext cx="45720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160934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axle — yo-yo was over-tightened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31536" y="2606040"/>
            <a:ext cx="1600200" cy="237744"/>
          </a:xfrm>
          <a:prstGeom prst="rect">
            <a:avLst/>
          </a:prstGeom>
          <a:solidFill>
            <a:srgbClr val="E0D8CC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2615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31536" y="2889504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longer axle. Still loose? Glue the axle into the stripped half.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50608" y="795528"/>
            <a:ext cx="1600200" cy="502920"/>
          </a:xfrm>
          <a:prstGeom prst="rect">
            <a:avLst/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7955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sleep (spin)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50608" y="13533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17536" y="1581912"/>
            <a:ext cx="45720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160934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knot in string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50608" y="2606040"/>
            <a:ext cx="1600200" cy="237744"/>
          </a:xfrm>
          <a:prstGeom prst="rect">
            <a:avLst/>
          </a:prstGeom>
          <a:solidFill>
            <a:srgbClr val="E0D8CC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2615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50608" y="2889504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yo-yo apart, unwrap the string, reseat it. Or replace the string.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Pads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yo-yo slips and stops returning cleanly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PADS — DIAGNOSIS &amp; FIX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83210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yo-yo still spins, but it doesn't return with a tug — or it returns inconsistently.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pad has worn down or popped out of its groove. Response pads create the friction that grips the string on return.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795528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83210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40233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Unscrew the yo-yo and locate the response groove — the ring inset around the bearing seat.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the groove with a Q-tip to remove debris and old adhesive.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Press a new response pad into the groove, sticky side down. It should sit flush.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pads: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supply box (ask an organizer)  ·  Amazon  ·  YoYoExpert.com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Bearing &amp; Lubrication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bearing spinning clean and consistent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LUBRICATION — WHAT TO USE AND HOW MUCH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850392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95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tiny amount of lube on the bearing makes it spin responsively and protects it from wear.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16736"/>
            <a:ext cx="105156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1673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344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Yo-Yo Lube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1618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— precise applicator, correct viscosity. Available at YoYoTricks.com or YoYoExpert.com. A single drop goes a long 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12264"/>
            <a:ext cx="1051560" cy="640080"/>
          </a:xfrm>
          <a:prstGeom prst="rect">
            <a:avLst/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1226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139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Chapstick (no water ingredient)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4140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 pinch. Apply a thin smear to the bearing with a toothpick. Check the ingredients — avoid any with water.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1051560" cy="640080"/>
          </a:xfrm>
          <a:prstGeom prst="rect">
            <a:avLst/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0779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2935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drop of cooking oil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2095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vegetable or canola oil. Use sparingly — one tiny drop only. Too much makes the bearing sluggish.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1051560" cy="640080"/>
          </a:xfrm>
          <a:prstGeom prst="rect">
            <a:avLst/>
          </a:prstGeom>
          <a:solidFill>
            <a:srgbClr val="7A5C3A"/>
          </a:solidFill>
          <a:ln w="12700">
            <a:solidFill>
              <a:srgbClr val="7A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03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730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Vaseline / petroleum jelly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005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short-term but the bearing will go unresponsive faster than with proper lube. Avoid if you have better options.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replace it and how to install it correctly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REPLACE YOUR STRING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83210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IMMEDIATELY IF...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visibly fraying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15544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Frayed string weakens quickly and can snap mid-throw.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64008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dirty or stiff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string doesn't slide through mounts cleanly and throws off trick timing.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64008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 is tight near the bearing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5661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knot at the axle kills spin time. Replace the string — it's not worth fighting.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795528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83210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KNOTS — WHEN TO IGNORE VS. FIX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261872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loose knots mid-string: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big deal. Try to work them loose while you play or pinch them out before they tighten.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knot near the bearing: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significantly hurt spin time. Replace the string.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up at a meetup — the club keeps string on hand. String is also cheap in bulk online (Amazon, YoYoExpert).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INSTALL A STRING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850392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832104"/>
            <a:ext cx="8284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INSTALLATION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1673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1673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" y="13350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Unscrew the yo-yo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1627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one half in each hand and twist counterclockwise to separate.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1673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1673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30952" y="13350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string loop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30952" y="1627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Untwist the bottom of the string until you have an open loop about 1 inch wide.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140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" y="24323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the loop on the axle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27249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open loop around the axle. It should hang loose — this lets the yo-yo spin freely.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41401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140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30952" y="24323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the yo-yo back together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30952" y="27249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until snug. Do not over-tighten — stop as soon as it's firm. Over-tightening strips the axle.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1129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0392" y="35295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slipknot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" y="3822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other end, form a slipknot and place it on your middle finger between the first and second knuckle.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4572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1129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30952" y="35295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string direction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3822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 sleeper. The string should feed off the top of the yo-yo. If it feeds from the bottom, flip the yo-yo over.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TYING THE SLIPKNOT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45720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slipknot is the loop that goes around your finger. It should slide easily — not lock tight.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the loop between the first and second knuckle of your middle finger. This is the safest position and gives the best throw angle.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'wrong' way to yo-yo: </a:t>
            </a:r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wearing the slipknot. Always have the string secured to your finger before throwing.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795528"/>
            <a:ext cx="3611880" cy="389534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7955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SLIPKNOT STEPS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243584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59105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loop at the string 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1243584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59105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loop over itself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322576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6700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tail up through the crossing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2322576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6700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to form a fixed loop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3401568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37490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loop to fit your finger loosely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401568"/>
            <a:ext cx="1645920" cy="960120"/>
          </a:xfrm>
          <a:prstGeom prst="rect">
            <a:avLst/>
          </a:prstGeom>
          <a:solidFill>
            <a:srgbClr val="2A305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7490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between 1st and 2nd knuckle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Problems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damage, stripped threads, and yo-yos that won't screw together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STRIPPED AXLE &amp; ASSEMBLY PROBLEMS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850392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95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Yo-yo won't screw together — threads feel stripped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axle has been over-tightened. Screwing the yo-yo too tight strips the threaded insert, making it impossible to reassemble correctly.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Option 1: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Try a longer axle — sometimes a slightly longer axle will catch undamaged threads.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Option 2: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Glue the axle into the stripped half, or have the threads re-tapped.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Tighten the yo-yo until it's just snug — never force it. The yo-yo only needs to stay closed, not locked tight.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090672"/>
            <a:ext cx="850392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0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String tangled around the axle (axle knot)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string looped around the axle during play instead of sitting loosely in the gap.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Unscrew the yo-yo, carefully unwrap the string from the axle, then re-install the string correctly. If the string is badly kinked, replace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QUESTIONS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8503920" cy="896112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91440" cy="8961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My yo-yo isn't working right — where do I start?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8229600" cy="20117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34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Work through this guide in order: check the response pads, then the bearing lube, then the string. Most problems fall into one of those three categories.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8503920" cy="896112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810512"/>
            <a:ext cx="91440" cy="8961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470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There's a knot in the middle of my string — now what?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76272"/>
            <a:ext cx="8229600" cy="20117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21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Try to work it loose before it tightens. 1–2 small knots mid-string aren't a big deal and you can keep playing. A tight knot at the bearing seat means it's time for a new string.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798064"/>
            <a:ext cx="8503920" cy="896112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98064"/>
            <a:ext cx="91440" cy="8961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34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can't I land this trick — is my yo-yo broken?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163824"/>
            <a:ext cx="8229600" cy="20117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095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Probably not. Some tricks are easier if you've built up the preceding skills first. If it feels mechanical (the yo-yo isn't spinning long enough), check your lube and response pads.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8503920" cy="896112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785616"/>
            <a:ext cx="91440" cy="8961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22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there a wrong way to yo-yo?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151376"/>
            <a:ext cx="8229600" cy="20117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97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One: not wearing the slipknot. Always have the string secured to your finger before throwing. Everything else is fair game as long as you're keeping the space safe for others.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DMV THROWERS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YO-YO &amp; SKILL TOY CLUB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stuck? Bring it to a meetup.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spare strings, response pads, and lube on hand.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at the club can help you get back to throwing.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307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3rd Sunday  ·  1–4 PM  ·  Arlington Central Library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1015 N Quincy St  ·  Arlington, VA 22201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  ·  @dmv_throwers  ·  ko.fi/dmvthrowers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DMV Throwers Yo-Yo Maintenance Guide</dc:title>
  <dc:subject>PptxGenJS Presentation</dc:subject>
  <dc:creator>DMV Throwers Yo-Yo &amp; Skill Toy Club</dc:creator>
  <cp:lastModifiedBy>DMV Throwers Yo-Yo &amp; Skill Toy Club</cp:lastModifiedBy>
  <cp:revision>1</cp:revision>
  <dcterms:created xsi:type="dcterms:W3CDTF">2026-03-23T14:40:41Z</dcterms:created>
  <dcterms:modified xsi:type="dcterms:W3CDTF">2026-03-23T14:40:41Z</dcterms:modified>
</cp:coreProperties>
</file>