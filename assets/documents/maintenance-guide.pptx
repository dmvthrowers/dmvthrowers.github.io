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DMV THROWERS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YO-YO &amp; SKILL TOY CLUB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0" y="2176272"/>
            <a:ext cx="3657600" cy="22860"/>
          </a:xfrm>
          <a:prstGeom prst="rect">
            <a:avLst/>
          </a:prstGeom>
          <a:solidFill>
            <a:srgbClr val="444466"/>
          </a:solidFill>
          <a:ln w="12700">
            <a:solidFill>
              <a:srgbClr val="4444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Yo-Yo Maintenance Guide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yo-yo isn't working right, use this guide first.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  ·  @dmv_throwers  ·  DC · MD · VA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9144000" cy="59436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TROUBLESHOOTING AT A GLANCE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@DMV_THROWERS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795528"/>
            <a:ext cx="1600200" cy="5029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" y="795528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Slipping / unresponsive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13533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41248" y="1581912"/>
            <a:ext cx="457200" cy="22860"/>
          </a:xfrm>
          <a:prstGeom prst="rect">
            <a:avLst/>
          </a:prstGeom>
          <a:solidFill>
            <a:srgbClr val="CCBBAA"/>
          </a:solidFill>
          <a:ln w="12700">
            <a:solidFill>
              <a:srgbClr val="CCBB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609344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pad came out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606040"/>
            <a:ext cx="1600200" cy="237744"/>
          </a:xfrm>
          <a:prstGeom prst="rect">
            <a:avLst/>
          </a:prstGeom>
          <a:solidFill>
            <a:srgbClr val="E0D8CC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61518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2889504"/>
            <a:ext cx="1600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with a Q-tip, then replace pad. Available at club, Amazon, or YoYoExpert.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795528"/>
            <a:ext cx="1600200" cy="5029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48256" y="795528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Slipping / unresponsive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93392" y="13533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60320" y="1581912"/>
            <a:ext cx="457200" cy="22860"/>
          </a:xfrm>
          <a:prstGeom prst="rect">
            <a:avLst/>
          </a:prstGeom>
          <a:solidFill>
            <a:srgbClr val="CCBBAA"/>
          </a:solidFill>
          <a:ln w="12700">
            <a:solidFill>
              <a:srgbClr val="CCBB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93392" y="1609344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Bearing needs lubrication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993392" y="2606040"/>
            <a:ext cx="1600200" cy="237744"/>
          </a:xfrm>
          <a:prstGeom prst="rect">
            <a:avLst/>
          </a:prstGeom>
          <a:solidFill>
            <a:srgbClr val="E0D8CC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93392" y="261518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993392" y="2889504"/>
            <a:ext cx="1600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thick yo-yo lube (best), chapstick without water, or a small drop of cooking oil.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12464" y="795528"/>
            <a:ext cx="1600200" cy="5029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67328" y="795528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sleep (spin)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12464" y="13533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279392" y="1581912"/>
            <a:ext cx="457200" cy="22860"/>
          </a:xfrm>
          <a:prstGeom prst="rect">
            <a:avLst/>
          </a:prstGeom>
          <a:solidFill>
            <a:srgbClr val="CCBBAA"/>
          </a:solidFill>
          <a:ln w="12700">
            <a:solidFill>
              <a:srgbClr val="CCBB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12464" y="1609344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improperly installed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12464" y="2606040"/>
            <a:ext cx="1600200" cy="237744"/>
          </a:xfrm>
          <a:prstGeom prst="rect">
            <a:avLst/>
          </a:prstGeom>
          <a:solidFill>
            <a:srgbClr val="E0D8CC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12464" y="261518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12464" y="2889504"/>
            <a:ext cx="1600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bearing, clean it, re-install string correctly.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31536" y="795528"/>
            <a:ext cx="1600200" cy="502920"/>
          </a:xfrm>
          <a:prstGeom prst="rect">
            <a:avLst/>
          </a:prstGeom>
          <a:solidFill>
            <a:srgbClr val="445566"/>
          </a:solidFill>
          <a:ln w="12700">
            <a:solidFill>
              <a:srgbClr val="4455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0" y="795528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screw together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31536" y="13533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98464" y="1581912"/>
            <a:ext cx="457200" cy="22860"/>
          </a:xfrm>
          <a:prstGeom prst="rect">
            <a:avLst/>
          </a:prstGeom>
          <a:solidFill>
            <a:srgbClr val="CCBBAA"/>
          </a:solidFill>
          <a:ln w="12700">
            <a:solidFill>
              <a:srgbClr val="CCBBA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31536" y="1609344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Stripped axle — yo-yo was over-tightened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31536" y="2606040"/>
            <a:ext cx="1600200" cy="237744"/>
          </a:xfrm>
          <a:prstGeom prst="rect">
            <a:avLst/>
          </a:prstGeom>
          <a:solidFill>
            <a:srgbClr val="E0D8CC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261518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31536" y="2889504"/>
            <a:ext cx="1600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longer axle. If that fails, the yo-yo halves need replacing.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150608" y="795528"/>
            <a:ext cx="1600200" cy="502920"/>
          </a:xfrm>
          <a:prstGeom prst="rect">
            <a:avLst/>
          </a:prstGeom>
          <a:solidFill>
            <a:srgbClr val="445566"/>
          </a:solidFill>
          <a:ln w="12700">
            <a:solidFill>
              <a:srgbClr val="4455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05472" y="795528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sleep (spin)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50608" y="13533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717536" y="1581912"/>
            <a:ext cx="457200" cy="22860"/>
          </a:xfrm>
          <a:prstGeom prst="rect">
            <a:avLst/>
          </a:prstGeom>
          <a:solidFill>
            <a:srgbClr val="CCBBAA"/>
          </a:solidFill>
          <a:ln w="12700">
            <a:solidFill>
              <a:srgbClr val="CCBBA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50608" y="1609344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Axle knot in string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150608" y="2606040"/>
            <a:ext cx="1600200" cy="237744"/>
          </a:xfrm>
          <a:prstGeom prst="rect">
            <a:avLst/>
          </a:prstGeom>
          <a:solidFill>
            <a:srgbClr val="E0D8CC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50608" y="261518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150608" y="2889504"/>
            <a:ext cx="1600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yo-yo apart, unwrap the string, reseat it. Or replace the string.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 Pads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yo-yo slips and stops returning cleanly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 THROWERS  ·  @DMV_THROWERS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9144000" cy="59436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 PADS — DIAGNOSIS &amp; FIX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@DMV_THROWERS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795528"/>
            <a:ext cx="4023360" cy="384048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832104"/>
            <a:ext cx="3803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LOOKS LIKE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" y="1261872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yo-yo still spins, but it doesn't return with a tug — or it returns inconsistently.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pad has worn down or popped out of its groove. Response pads create the friction that grips the string on return.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00600" y="795528"/>
            <a:ext cx="4023360" cy="384048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0328" y="832104"/>
            <a:ext cx="3803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FIX IT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261872"/>
            <a:ext cx="40233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Unscrew the yo-yo and locate the response groove — the ring inset around the bearing seat.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Clean the groove with a Q-tip to remove debris and old adhesive.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</a:t>
            </a:r>
            <a:pPr indent="0" marL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Press a new response pad into the groove, sticky side down. It should sit flush.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get pads: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supply box (ask an organizer)  ·  Amazon  ·  YoYoExpert.com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Bearing &amp; Lubrication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bearing spinning clean and consistent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 THROWERS  ·  @DMV_THROWERS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9144000" cy="59436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LUBRICATION — WHAT TO USE AND HOW MUCH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@DMV_THROWERS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795528"/>
            <a:ext cx="8503920" cy="384048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7955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 tiny amount of lube on the bearing makes it spin responsively and protects it from wear.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316736"/>
            <a:ext cx="1051560" cy="640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31673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63040" y="1344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Yo-Yo Lube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16184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— precise applicator, correct viscosity. Available at YoYoTricks.com or YoYoExpert.com. A single drop goes a long way.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112264"/>
            <a:ext cx="1051560" cy="640080"/>
          </a:xfrm>
          <a:prstGeom prst="rect">
            <a:avLst/>
          </a:prstGeom>
          <a:solidFill>
            <a:srgbClr val="445566"/>
          </a:solidFill>
          <a:ln w="12700">
            <a:solidFill>
              <a:srgbClr val="4455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11226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3040" y="21396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Chapstick (no water ingredient)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241401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 pinch. Apply a thin smear to the bearing with a toothpick. Check the ingredients — avoid any with water.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2907792"/>
            <a:ext cx="1051560" cy="640080"/>
          </a:xfrm>
          <a:prstGeom prst="rect">
            <a:avLst/>
          </a:prstGeom>
          <a:solidFill>
            <a:srgbClr val="445566"/>
          </a:solidFill>
          <a:ln w="12700">
            <a:solidFill>
              <a:srgbClr val="4455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90779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463040" y="29352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drop of cooking oil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320954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vegetable or canola oil. Use sparingly — one tiny drop only. Too much makes the bearing sluggish.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3703320"/>
            <a:ext cx="1051560" cy="640080"/>
          </a:xfrm>
          <a:prstGeom prst="rect">
            <a:avLst/>
          </a:prstGeom>
          <a:solidFill>
            <a:srgbClr val="7A5C3A"/>
          </a:solidFill>
          <a:ln w="12700">
            <a:solidFill>
              <a:srgbClr val="7A5C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7033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63040" y="3730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Vaseline / petroleum jelly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63040" y="40050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short-term but the bearing will go unresponsive faster than with proper lube. Avoid if you have better options.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replace it and how to install it correctly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 THROWERS  ·  @DMV_THROWERS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9144000" cy="59436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REPLACE YOUR STRING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@DMV_THROWERS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795528"/>
            <a:ext cx="4023360" cy="384048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832104"/>
            <a:ext cx="3803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IMMEDIATELY IF...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261872"/>
            <a:ext cx="64008" cy="7498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visibly fraying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" y="1554480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Frayed string weakens quickly and can snap mid-throw.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267712"/>
            <a:ext cx="64008" cy="7498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2677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dirty or stiff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" y="2560320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Worn string doesn't slide through mounts cleanly and throws off trick timing.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273552"/>
            <a:ext cx="64008" cy="7498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32735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Knot is tight near the bearing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" y="3566160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 knot at the axle kills spin time. Replace the string — it's not worth fighting.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00600" y="795528"/>
            <a:ext cx="4023360" cy="384048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0328" y="832104"/>
            <a:ext cx="3803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KNOTS — WHEN TO IGNORE VS. FIX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1261872"/>
            <a:ext cx="40233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loose knots mid-string: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big deal. Try to work them loose while you play or pinch them out before they tighten.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knot near the bearing: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will significantly hurt spin time. Replace the string.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string?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it up at a meetup — the club keeps string on hand. String is also cheap in bulk online (Amazon, YoYoExpert).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9144000" cy="59436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INSTALL A STRING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@DMV_THROWERS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795528"/>
            <a:ext cx="8503920" cy="384048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832104"/>
            <a:ext cx="8284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INSTALLATION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16736"/>
            <a:ext cx="457200" cy="8229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316736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50392" y="133502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Unscrew the yo-yo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0392" y="162763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one half in each hand and twist counterclockwise to separate.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1316736"/>
            <a:ext cx="457200" cy="8229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316736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330952" y="133502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string loop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30952" y="162763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Untwist the bottom of the string until you have an open loop about 1 inch wide.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2414016"/>
            <a:ext cx="457200" cy="8229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414016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50392" y="243230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the loop on the axle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0392" y="272491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the open loop around the axle. It should hang loose — this lets the yo-yo spin freely.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2414016"/>
            <a:ext cx="457200" cy="8229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2414016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330952" y="243230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the yo-yo back together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30952" y="272491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until snug. Do not over-tighten — stop as soon as it's firm. Over-tightening strips the axle.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3511296"/>
            <a:ext cx="457200" cy="8229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511296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50392" y="352958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slipknot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50392" y="382219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other end, form a slipknot and place it on your middle finger between the first and second knuckle.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0600" y="3511296"/>
            <a:ext cx="457200" cy="8229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511296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330952" y="352958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string direction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30952" y="382219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a sleeper. The string should feed off the top of the yo-yo. If it feeds from the bottom, flip the yo-yo over.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9144000" cy="59436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TYING THE SLIPKNOT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@DMV_THROWERS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822960"/>
            <a:ext cx="457200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slipknot is the loop that goes around your finger. It should slide easily — not lock tight.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the loop between the first and second knuckle of your middle finger. This is the safest position and gives the best throw angle.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'wrong' way to yo-yo: </a:t>
            </a:r>
            <a:pPr indent="0" marL="0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wearing the slipknot. Always have the string secured to your finger before throwing.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12080" y="795528"/>
            <a:ext cx="3611880" cy="3895344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0" y="795528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SLIPKNOT STEPS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57800" y="1243584"/>
            <a:ext cx="1645920" cy="960120"/>
          </a:xfrm>
          <a:prstGeom prst="rect">
            <a:avLst/>
          </a:prstGeom>
          <a:solidFill>
            <a:srgbClr val="2A3050"/>
          </a:solidFill>
          <a:ln w="12700">
            <a:solidFill>
              <a:srgbClr val="3A40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7800" y="1243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0" y="1591056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 loop at the string end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95160" y="1243584"/>
            <a:ext cx="1645920" cy="960120"/>
          </a:xfrm>
          <a:prstGeom prst="rect">
            <a:avLst/>
          </a:prstGeom>
          <a:solidFill>
            <a:srgbClr val="2A3050"/>
          </a:solidFill>
          <a:ln w="12700">
            <a:solidFill>
              <a:srgbClr val="3A40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1243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0880" y="1591056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the loop over itself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57800" y="2322576"/>
            <a:ext cx="1645920" cy="960120"/>
          </a:xfrm>
          <a:prstGeom prst="rect">
            <a:avLst/>
          </a:prstGeom>
          <a:solidFill>
            <a:srgbClr val="2A3050"/>
          </a:solidFill>
          <a:ln w="12700">
            <a:solidFill>
              <a:srgbClr val="3A40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5780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2670048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tail up through the crossing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95160" y="2322576"/>
            <a:ext cx="1645920" cy="960120"/>
          </a:xfrm>
          <a:prstGeom prst="rect">
            <a:avLst/>
          </a:prstGeom>
          <a:solidFill>
            <a:srgbClr val="2A3050"/>
          </a:solidFill>
          <a:ln w="12700">
            <a:solidFill>
              <a:srgbClr val="3A40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40880" y="2670048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to form a fixed loop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57800" y="3401568"/>
            <a:ext cx="1645920" cy="960120"/>
          </a:xfrm>
          <a:prstGeom prst="rect">
            <a:avLst/>
          </a:prstGeom>
          <a:solidFill>
            <a:srgbClr val="2A3050"/>
          </a:solidFill>
          <a:ln w="12700">
            <a:solidFill>
              <a:srgbClr val="3A40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5780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749040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loop to fit your finger loosely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95160" y="3401568"/>
            <a:ext cx="1645920" cy="960120"/>
          </a:xfrm>
          <a:prstGeom prst="rect">
            <a:avLst/>
          </a:prstGeom>
          <a:solidFill>
            <a:srgbClr val="2A3050"/>
          </a:solidFill>
          <a:ln w="12700">
            <a:solidFill>
              <a:srgbClr val="3A40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40880" y="3749040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between 1st and 2nd knuckle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 Problems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Axle damage, stripped threads, and yo-yos that won't screw together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 THROWERS  ·  @DMV_THROWERS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9144000" cy="59436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STRIPPED AXLE &amp; ASSEMBLY PROBLEMS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@DMV_THROWERS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795528"/>
            <a:ext cx="8503920" cy="411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7955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Yo-yo won't screw together — threads feel stripped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298448"/>
            <a:ext cx="8229600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axle has been over-tightened. Screwing the yo-yo too tight strips the threaded insert, making it impossible to reassemble correctly.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Option 1: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Try a longer axle — sometimes a slightly longer axle will catch undamaged threads.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Option 2: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the thread insert itself is damaged, the yo-yo halves need replacing.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Tighten the yo-yo until it's just snug — never force it. The yo-yo only needs to stay closed, not locked tight.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3090672"/>
            <a:ext cx="8503920" cy="4114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09067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String tangled around the axle (axle knot)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string looped around the axle during play instead of sitting loosely in the gap.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</a:t>
            </a:r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Unscrew the yo-yo, carefully unwrap the string from the axle, then re-install the string correctly. If the string is badly kinked, replace 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9144000" cy="59436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QUESTIONS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@DMV_THROWERS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0" y="48966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822960"/>
            <a:ext cx="8503920" cy="896112"/>
          </a:xfrm>
          <a:prstGeom prst="rect">
            <a:avLst/>
          </a:prstGeom>
          <a:solidFill>
            <a:srgbClr val="E8E0D0"/>
          </a:solidFill>
          <a:ln w="12700">
            <a:solidFill>
              <a:srgbClr val="D0C8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822960"/>
            <a:ext cx="91440" cy="89611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85953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My yo-yo isn't working right — where do I start?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1188720"/>
            <a:ext cx="8229600" cy="20117"/>
          </a:xfrm>
          <a:prstGeom prst="rect">
            <a:avLst/>
          </a:prstGeom>
          <a:solidFill>
            <a:srgbClr val="C8BFB0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23444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Work through this guide in order: check the response pads, then the bearing lube, then the string. Most problems fall into one of those three categories.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1810512"/>
            <a:ext cx="8503920" cy="896112"/>
          </a:xfrm>
          <a:prstGeom prst="rect">
            <a:avLst/>
          </a:prstGeom>
          <a:solidFill>
            <a:srgbClr val="E8E0D0"/>
          </a:solidFill>
          <a:ln w="12700">
            <a:solidFill>
              <a:srgbClr val="D0C8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1810512"/>
            <a:ext cx="91440" cy="89611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18470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There's a knot in the middle of my string — now what?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2176272"/>
            <a:ext cx="8229600" cy="20117"/>
          </a:xfrm>
          <a:prstGeom prst="rect">
            <a:avLst/>
          </a:prstGeom>
          <a:solidFill>
            <a:srgbClr val="C8BFB0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2199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Try to work it loose before it tightens. 1–2 small knots mid-string aren't a big deal and you can keep playing. A tight knot at the bearing seat means it's time for a new string.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2798064"/>
            <a:ext cx="8503920" cy="896112"/>
          </a:xfrm>
          <a:prstGeom prst="rect">
            <a:avLst/>
          </a:prstGeom>
          <a:solidFill>
            <a:srgbClr val="E8E0D0"/>
          </a:solidFill>
          <a:ln w="12700">
            <a:solidFill>
              <a:srgbClr val="D0C8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798064"/>
            <a:ext cx="91440" cy="89611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83464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can't I land this trick — is my yo-yo broken?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163824"/>
            <a:ext cx="8229600" cy="20117"/>
          </a:xfrm>
          <a:prstGeom prst="rect">
            <a:avLst/>
          </a:prstGeom>
          <a:solidFill>
            <a:srgbClr val="C8BFB0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095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Probably not. Some tricks are easier if you've built up the preceding skills first. If it feels mechanical (the yo-yo isn't spinning long enough), check your lube and response pads.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3785616"/>
            <a:ext cx="8503920" cy="896112"/>
          </a:xfrm>
          <a:prstGeom prst="rect">
            <a:avLst/>
          </a:prstGeom>
          <a:solidFill>
            <a:srgbClr val="E8E0D0"/>
          </a:solidFill>
          <a:ln w="12700">
            <a:solidFill>
              <a:srgbClr val="D0C8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3785616"/>
            <a:ext cx="91440" cy="89611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822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there a wrong way to yo-yo?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151376"/>
            <a:ext cx="8229600" cy="20117"/>
          </a:xfrm>
          <a:prstGeom prst="rect">
            <a:avLst/>
          </a:prstGeom>
          <a:solidFill>
            <a:srgbClr val="C8BFB0"/>
          </a:solidFill>
          <a:ln w="12700">
            <a:solidFill>
              <a:srgbClr val="C8BFB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19709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One: not wearing the slipknot. Always have the string secured to your finger before throwing. Everything else is fair game as long as you're keeping the space safe for others.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DMV THROWERS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YO-YO &amp; SKILL TOY CLUB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59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Still stuck? Bring it to a meetup.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spare strings, response pads, and lube on hand.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at the club can help you get back to throwing.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373075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3rd Sunday  ·  1–4 PM  ·  Arlington Central Library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5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1015 N Quincy St  ·  Arlington, VA 22201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5079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dmvthrowers.club  ·  @dmv_throwers  ·  ko.fi/dmvthrowers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DMV Throwers Yo-Yo Maintenance Guide</dc:title>
  <dc:subject>PptxGenJS Presentation</dc:subject>
  <dc:creator>DMV Throwers Yo-Yo &amp; Skill Toy Club</dc:creator>
  <cp:lastModifiedBy>DMV Throwers Yo-Yo &amp; Skill Toy Club</cp:lastModifiedBy>
  <cp:revision>1</cp:revision>
  <dcterms:created xsi:type="dcterms:W3CDTF">2026-03-23T14:40:41Z</dcterms:created>
  <dcterms:modified xsi:type="dcterms:W3CDTF">2026-03-23T14:40:41Z</dcterms:modified>
</cp:coreProperties>
</file>